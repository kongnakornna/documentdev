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82415" y="1720304"/>
            <a:ext cx="33790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795733" y="2558504"/>
            <a:ext cx="355253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หลักการ REST และ HTTP Methods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91529" y="3183285"/>
            <a:ext cx="256079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บทเรียนการสอน • December 2025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คืออะไร?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indent="0" marL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Representational State Transfer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0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แบบแผนสถาปัตยกรรมซอฟต์แวร์สำหรับ Web Service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ใช้หลักการของ HTTP protocol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ออกแบบมาให้เรียบง่าย มีประสิทธิภาพ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เป็นมาตรฐานการสื่อสารระหว่างระบบ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52787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30"/>
            <a:ext cx="7924800" cy="152787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หลักการ REST (ส่วน 1)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1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Resource-Based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12441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ทุกสิ่งถือว่าเป็น Resource เช่น Users, Products ต่างใจ Resource มี URL เฉพาะ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838200" y="3234630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668911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แต่ละ Request เป็นอิสระ เซิร์ฟเวอร์ไม่เก็บสภาวะ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52787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30"/>
            <a:ext cx="7924800" cy="152787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หลักการ REST (ส่วน 2)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1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Interface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12441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 HTTP Methods มาตรฐาน: GET, POST, PUT, DELETE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838200" y="3234630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Client-Server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668911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และ Server แยกจากกัน พัฒนาอิสระ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Methods (5 วิธีหลัก)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ดึงข้อมูล (Read)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สร้างข้อมูลใหม่ (Create)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แก้ไขทั้งหมด (Replace)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แก้ไขบางส่วน (Partial Update)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ลบข้อมูล (Delete)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391"/>
            <a:ext cx="7924800" cy="85725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- ดึงข้อมูล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3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วัตถุประสงค์: ดึงข้อมูลจากเซิร์ฟเวอร์โดยไม่เปลี่ยนแปลง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1512391"/>
            <a:ext cx="79248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/users/123</a:t>
            </a:r>
            <a:endParaRPr lang="en-US" sz="10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/products?category=electronics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2598241"/>
            <a:ext cx="80832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ลักษณะ:</a:t>
            </a:r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Idempotent (ปลอดภัย), Cacheable, ไม่มี Body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391"/>
            <a:ext cx="7924800" cy="85725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- สร้างข้อมูลใหม่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3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วัตถุประสงค์: สร้าง Resource ใหม่บนเซิร์ฟเวอร์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1512391"/>
            <a:ext cx="79248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/users</a:t>
            </a:r>
            <a:endParaRPr lang="en-US" sz="10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Body: {"name": "John", "email": "john@example.com"}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2598241"/>
            <a:ext cx="80832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ลักษณะ:</a:t>
            </a:r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ไม่ใช่ Idempotent, มี Body, ส่ง JSON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52787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30"/>
            <a:ext cx="7924800" cy="152787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vs PATCH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1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12441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แก้ไขทั้งหมด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838200" y="218063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4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ต้องส่งข้อมูล Resource ทั้งหมด Idempotent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3234630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3668911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แก้ไขบางส่วน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38200" y="393709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4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ส่งเฉพาะฟิลด์ที่ต้องแก้ ประหยัดแบนวิดท์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391"/>
            <a:ext cx="7924800" cy="65722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228600" tIns="228600" rIns="228600" bIns="2286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/users/123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- ลบข้อมูล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3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วัตถุประสงค์: ลบ Resource ออกจากเซิร์ฟเวอร์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2398216"/>
            <a:ext cx="80832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ลักษณะ:</a:t>
            </a:r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Idempotent, ไม่มี Body, ตอบ 204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Status Codes (รหัสตอบสนอง)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85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40"/>
              </a:lnSpc>
              <a:buSzPct val="100000"/>
              <a:buChar char="•"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OK</a:t>
            </a:r>
            <a:pPr indent="0" marL="0">
              <a:lnSpc>
                <a:spcPts val="224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สำเร็จ</a:t>
            </a:r>
            <a:endParaRPr lang="en-US" sz="1050" dirty="0"/>
          </a:p>
          <a:p>
            <a:pPr marL="342900" indent="-342900">
              <a:lnSpc>
                <a:spcPts val="2240"/>
              </a:lnSpc>
              <a:buSzPct val="100000"/>
              <a:buChar char="•"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 Created</a:t>
            </a:r>
            <a:pPr indent="0" marL="0">
              <a:lnSpc>
                <a:spcPts val="224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สร้างใหม่สำเร็จ</a:t>
            </a:r>
            <a:endParaRPr lang="en-US" sz="1050" dirty="0"/>
          </a:p>
          <a:p>
            <a:pPr marL="342900" indent="-342900">
              <a:lnSpc>
                <a:spcPts val="2240"/>
              </a:lnSpc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Bad Request</a:t>
            </a:r>
            <a:pPr indent="0" marL="0">
              <a:lnSpc>
                <a:spcPts val="224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Request ไม่ถูกต้อง</a:t>
            </a:r>
            <a:endParaRPr lang="en-US" sz="1050" dirty="0"/>
          </a:p>
          <a:p>
            <a:pPr marL="342900" indent="-342900">
              <a:lnSpc>
                <a:spcPts val="2240"/>
              </a:lnSpc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 Unauthorized</a:t>
            </a:r>
            <a:pPr indent="0" marL="0">
              <a:lnSpc>
                <a:spcPts val="224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ไม่ได้รับการยืนยัน</a:t>
            </a:r>
            <a:endParaRPr lang="en-US" sz="1050" dirty="0"/>
          </a:p>
          <a:p>
            <a:pPr marL="342900" indent="-342900">
              <a:lnSpc>
                <a:spcPts val="2240"/>
              </a:lnSpc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Not Found</a:t>
            </a:r>
            <a:pPr indent="0" marL="0">
              <a:lnSpc>
                <a:spcPts val="224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ไม่พบข้อมูล</a:t>
            </a:r>
            <a:endParaRPr lang="en-US" sz="1050" dirty="0"/>
          </a:p>
          <a:p>
            <a:pPr marL="342900" indent="-342900">
              <a:lnSpc>
                <a:spcPts val="2240"/>
              </a:lnSpc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Server Error</a:t>
            </a:r>
            <a:pPr indent="0" marL="0">
              <a:lnSpc>
                <a:spcPts val="224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เซิร์ฟเวอร์เกิดข้อผิดพลาด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การออกแบบ API ที่ดี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 </a:t>
            </a:r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Plural Nouns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/users ไม่ใช่ /user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 </a:t>
            </a:r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Nouns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ไม่ใช่ Verbs - ✗ /getUsers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 </a:t>
            </a:r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Hyphens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ไม่ใช่ Underscores - /user-profiles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 </a:t>
            </a:r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Lowercase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/users/123 ไม่ใช่ /Users/123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816745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 Endpoints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561"/>
            <a:ext cx="7924800" cy="181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/users (ดึงทั้งหมด)</a:t>
            </a:r>
            <a:endParaRPr lang="en-US" sz="1020" dirty="0"/>
          </a:p>
          <a:p>
            <a:pPr indent="0" marL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 /users/123 (ดึงรายการ ID 123)</a:t>
            </a:r>
            <a:endParaRPr lang="en-US" sz="1020" dirty="0"/>
          </a:p>
          <a:p>
            <a:pPr indent="0" marL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 /users (สร้างใหม่)</a:t>
            </a:r>
            <a:endParaRPr lang="en-US" sz="1020" dirty="0"/>
          </a:p>
          <a:p>
            <a:pPr indent="0" marL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PUT /users/123 (แก้ไขทั้งหมด)</a:t>
            </a:r>
            <a:endParaRPr lang="en-US" sz="1020" dirty="0"/>
          </a:p>
          <a:p>
            <a:pPr indent="0" marL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PATCH /users/123 (แก้ไขบางส่วน)</a:t>
            </a:r>
            <a:endParaRPr lang="en-US" sz="1020" dirty="0"/>
          </a:p>
          <a:p>
            <a:pPr indent="0" marL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DELETE /users/123 (ลบ)</a:t>
            </a:r>
            <a:endParaRPr lang="en-US" sz="1020" dirty="0"/>
          </a:p>
          <a:p>
            <a:pPr indent="0" marL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 /users/123/orders (Nested Resource)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243453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200" y="1721941"/>
            <a:ext cx="7467600" cy="16573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36491"/>
            <a:ext cx="7924800" cy="243453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4385072"/>
            <a:ext cx="7467600" cy="16573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&amp; Response ทั่วไป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01961"/>
            <a:ext cx="761695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38200" y="1721941"/>
            <a:ext cx="74676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/users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Content-Type: application/json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"name": "John",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"email": "j@example.com"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8200" y="4065091"/>
            <a:ext cx="761695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38200" y="4385072"/>
            <a:ext cx="74676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 Created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"id": 123,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"name": "John",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"email": "j@example.com"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ความปลอดภัย API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เข้ารหัสการสื่อสารเสมอ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JWT หรือ OAuth 2.0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จำกัดจำนวน Requests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ตรวจสอบข้อมูลเข้า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ควบคุมการเข้าถึง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52787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30"/>
            <a:ext cx="7924800" cy="152787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เครื่องมือทดสอบ API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1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12441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ส่ง HTTP Requests ได้หลายประเภท ทำ Automated Testing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838200" y="3234630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668911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Line Tool สำหรับทดสอบ</a:t>
            </a:r>
            <a:endParaRPr lang="en-US" sz="10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48506" y="1213693"/>
            <a:ext cx="64684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23790" y="1929854"/>
            <a:ext cx="5001071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ใช้ HTTP Methods: GET, POST, PUT, PATCH, DELETE</a:t>
            </a:r>
            <a:endParaRPr lang="en-US" sz="1350" dirty="0"/>
          </a:p>
          <a:p>
            <a:pPr algn="l"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ออกแบบด้วย Resource-Based URLs ที่ชัดเจน</a:t>
            </a:r>
            <a:endParaRPr lang="en-US" sz="1350" dirty="0"/>
          </a:p>
          <a:p>
            <a:pPr algn="l"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Architecture ทำให้ Scale ได้ดี</a:t>
            </a:r>
            <a:endParaRPr lang="en-US" sz="1350" dirty="0"/>
          </a:p>
          <a:p>
            <a:pPr algn="l"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ตอบสนองด้วย HTTP Status Codes ที่เหมาะสม</a:t>
            </a:r>
            <a:endParaRPr lang="en-US" sz="1350" dirty="0"/>
          </a:p>
          <a:p>
            <a:pPr algn="l"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ให้ความสำคัญกับความปลอดภัยและ Performance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2025-12-02T02:43:56Z</dcterms:created>
  <dcterms:modified xsi:type="dcterms:W3CDTF">2025-12-02T02:43:56Z</dcterms:modified>
</cp:coreProperties>
</file>